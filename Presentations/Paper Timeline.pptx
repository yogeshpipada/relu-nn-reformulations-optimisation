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75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7F2383-1425-7205-0B9D-18C1A30430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1BE76B1-8BF2-8107-257D-76E64995A8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0237CF-182A-BF70-9F72-462D7A6FC5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BAE004-8FCF-4273-A383-B4CCE2510590}" type="datetimeFigureOut">
              <a:rPr lang="en-AU" smtClean="0"/>
              <a:t>19/09/2024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6B98FA-FD8F-0B53-9791-170E4FBCD0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DAE8E1-3F8D-63E6-E453-FE6EBD378D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8C766-E89F-4302-BCA2-CBD9D3F75DF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803962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E89FAB-4DDE-0336-CCE8-E85A7C642D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81E9BF-681D-9B50-9BB9-65C1632EB9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8264D4-B4A7-694A-FB46-C85A9520C3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BAE004-8FCF-4273-A383-B4CCE2510590}" type="datetimeFigureOut">
              <a:rPr lang="en-AU" smtClean="0"/>
              <a:t>19/09/2024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7126F7-1652-2B9C-F9C2-FDB463A4F2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719ABF-5ED9-BEC2-947B-118F4F9693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8C766-E89F-4302-BCA2-CBD9D3F75DF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037251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F235FB-70E1-5E98-0872-202D2D44EA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12D14F-724D-109B-A5BA-DAB8FEA9CB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11322B-DE50-6C7D-A3C2-5E248138E9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BAE004-8FCF-4273-A383-B4CCE2510590}" type="datetimeFigureOut">
              <a:rPr lang="en-AU" smtClean="0"/>
              <a:t>19/09/2024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45903-BFAE-22F1-80C6-72DC07A965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224CC8-0F95-FE21-892C-E45E10175D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8C766-E89F-4302-BCA2-CBD9D3F75DF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703582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4EB4FE-9876-6875-2BCA-7D6DD56A82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D82759-9CF4-EFDB-CCAA-757145E217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322642-FF13-1660-2707-1CD57C0A32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84E660-B21F-7E82-FD9A-83F44795C7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BAE004-8FCF-4273-A383-B4CCE2510590}" type="datetimeFigureOut">
              <a:rPr lang="en-AU" smtClean="0"/>
              <a:t>19/09/2024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8A5361-DA9D-3FF4-D3A0-C940E2DD93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9DC47C-6F80-3E13-9F19-7521814AD7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8C766-E89F-4302-BCA2-CBD9D3F75DF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077437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C57E2-5442-B0CF-686D-10CC033BF2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76582C-761C-5B8A-67BA-2E00F531CD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FDDF38-7226-CD3D-5B6F-695B5FCCB5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CA49A08-3213-4EC7-A70A-BF453775EE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73B80A5-C64E-FF4B-82F5-E6910C23BDC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67F11EC-F101-1A97-683F-66957B943D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BAE004-8FCF-4273-A383-B4CCE2510590}" type="datetimeFigureOut">
              <a:rPr lang="en-AU" smtClean="0"/>
              <a:t>19/09/2024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E26EB6B-AB07-6C2B-69E5-639159D496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E7DE76B-0F7A-0294-77AE-652B53786E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8C766-E89F-4302-BCA2-CBD9D3F75DF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209687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EA8E7B-D24C-4C14-2535-7FF1CE1E94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F56D3AA-8A12-68DD-1722-E45C91033F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BAE004-8FCF-4273-A383-B4CCE2510590}" type="datetimeFigureOut">
              <a:rPr lang="en-AU" smtClean="0"/>
              <a:t>19/09/2024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2650D8A-C027-E8D7-52EC-47F8EAAB2A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A854F59-DCF2-9A4B-3EFE-C0AED5F103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8C766-E89F-4302-BCA2-CBD9D3F75DF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559704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E2CE416-97F5-9511-5A7E-E8FB73A673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BAE004-8FCF-4273-A383-B4CCE2510590}" type="datetimeFigureOut">
              <a:rPr lang="en-AU" smtClean="0"/>
              <a:t>19/09/2024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0C9F93F-862D-1A86-5773-F6662E12FA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7015A2-028C-04D9-49D5-F9CC324F1E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8C766-E89F-4302-BCA2-CBD9D3F75DF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654012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778AB6-87C7-397E-C133-F522D861CC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14E95C-5565-E1A7-BE84-D13B3C654D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F71200A-BD84-7DF2-FAC6-9FABBB211A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89B74B-D0D7-1804-1489-257DF30C8F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BAE004-8FCF-4273-A383-B4CCE2510590}" type="datetimeFigureOut">
              <a:rPr lang="en-AU" smtClean="0"/>
              <a:t>19/09/2024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BCD885-F367-ABF8-2871-E471C3E495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0600C5-EDE2-B8AC-1B54-5EAF3F08B7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8C766-E89F-4302-BCA2-CBD9D3F75DF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417023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1BCA03-3694-B064-B1E6-6FEDB572CB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ECD6D06-C056-B5BB-F5AD-E172CCDFDB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5D9B9A-CF1A-B363-83FB-11AD8A747E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C10747-BDB6-4A21-8EC7-109AD51A73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BAE004-8FCF-4273-A383-B4CCE2510590}" type="datetimeFigureOut">
              <a:rPr lang="en-AU" smtClean="0"/>
              <a:t>19/09/2024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D49492-5172-8472-3FCE-627C470227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480778-E9C7-1BDC-D827-C1F3F50EEE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8C766-E89F-4302-BCA2-CBD9D3F75DF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087457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25DDA8-CB9D-B59D-5C4D-2A3BA53940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3F8588E-E3BA-46A4-C5A8-3CBA20B01B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F6B8DB-5638-B868-3799-48416770EE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BAE004-8FCF-4273-A383-B4CCE2510590}" type="datetimeFigureOut">
              <a:rPr lang="en-AU" smtClean="0"/>
              <a:t>19/09/2024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40081F-A8CD-CA0E-D789-325DD0A776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E9AF22-B645-F194-D4B6-F418B13E34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8C766-E89F-4302-BCA2-CBD9D3F75DF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385691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01CB41D-9BB9-00CE-80C4-C5C37B543B0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9BBE9C1-6C6D-DFE8-EC10-CDAC577EFE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7D9C55-343A-5DF2-59CD-47AA64C46B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BAE004-8FCF-4273-A383-B4CCE2510590}" type="datetimeFigureOut">
              <a:rPr lang="en-AU" smtClean="0"/>
              <a:t>19/09/2024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4F1E4A-CB41-9C9E-F98D-05E846605F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B09400-01A5-2DF4-40D8-51212CEA27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8C766-E89F-4302-BCA2-CBD9D3F75DF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493087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B3F8E28-6F48-431C-250C-E697D805AF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79A354-3CBF-F5ED-BA75-EF186FBE6E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B19A39-057D-5176-B99B-6A15F5C898F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ABAE004-8FCF-4273-A383-B4CCE2510590}" type="datetimeFigureOut">
              <a:rPr lang="en-AU" smtClean="0"/>
              <a:t>19/09/2024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686BF9-E176-0037-7607-6A572B0511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485868-AF5F-5A27-9402-DB31888ADB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18C766-E89F-4302-BCA2-CBD9D3F75DF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583555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66DCA2-3657-F60B-3D19-9A4518F8F2E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/>
              <a:t>Paper tasks and timeline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8EC5A2-F147-EC69-2651-1EBF5FF0C02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021033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35648D-7ED4-8F4E-B0C1-28FC3590FF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Tasks to do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0FDA10-B85A-773E-66DB-01190FE860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95412"/>
            <a:ext cx="10515600" cy="5376863"/>
          </a:xfrm>
        </p:spPr>
        <p:txBody>
          <a:bodyPr>
            <a:normAutofit fontScale="92500" lnSpcReduction="10000"/>
          </a:bodyPr>
          <a:lstStyle/>
          <a:p>
            <a:r>
              <a:rPr lang="en-AU" dirty="0"/>
              <a:t>PCAR and PCTAR models</a:t>
            </a:r>
          </a:p>
          <a:p>
            <a:pPr lvl="1"/>
            <a:r>
              <a:rPr lang="en-AU" dirty="0"/>
              <a:t>Verify implementation </a:t>
            </a:r>
          </a:p>
          <a:p>
            <a:pPr lvl="1"/>
            <a:r>
              <a:rPr lang="en-AU" dirty="0"/>
              <a:t>Run penalty sensitivity analysis</a:t>
            </a:r>
          </a:p>
          <a:p>
            <a:pPr lvl="1"/>
            <a:r>
              <a:rPr lang="en-AU" dirty="0"/>
              <a:t>Identify best penalty value</a:t>
            </a:r>
          </a:p>
          <a:p>
            <a:r>
              <a:rPr lang="en-AU" dirty="0"/>
              <a:t>Identify low price, high price and medium price scenarios – 10 each </a:t>
            </a:r>
          </a:p>
          <a:p>
            <a:pPr lvl="1"/>
            <a:r>
              <a:rPr lang="en-AU" dirty="0"/>
              <a:t>30 points for histogram of runtimes</a:t>
            </a:r>
          </a:p>
          <a:p>
            <a:r>
              <a:rPr lang="en-AU" dirty="0"/>
              <a:t>Run all models on new cases</a:t>
            </a:r>
          </a:p>
          <a:p>
            <a:r>
              <a:rPr lang="en-AU" dirty="0"/>
              <a:t>Train 2 (or 4) new neural networks for neuron sensitivity</a:t>
            </a:r>
          </a:p>
          <a:p>
            <a:r>
              <a:rPr lang="en-AU" dirty="0"/>
              <a:t>Run neuron sensitivity analysis</a:t>
            </a:r>
          </a:p>
          <a:p>
            <a:r>
              <a:rPr lang="en-AU" dirty="0" err="1"/>
              <a:t>ReLu</a:t>
            </a:r>
            <a:r>
              <a:rPr lang="en-AU" dirty="0"/>
              <a:t> DNN fundamental analysis </a:t>
            </a:r>
          </a:p>
          <a:p>
            <a:pPr lvl="1"/>
            <a:r>
              <a:rPr lang="en-AU" dirty="0"/>
              <a:t>Identify what to add here</a:t>
            </a:r>
          </a:p>
          <a:p>
            <a:pPr lvl="1"/>
            <a:r>
              <a:rPr lang="en-AU" dirty="0"/>
              <a:t>Implement</a:t>
            </a:r>
          </a:p>
          <a:p>
            <a:r>
              <a:rPr lang="en-AU" dirty="0"/>
              <a:t>Write paper </a:t>
            </a:r>
          </a:p>
        </p:txBody>
      </p:sp>
    </p:spTree>
    <p:extLst>
      <p:ext uri="{BB962C8B-B14F-4D97-AF65-F5344CB8AC3E}">
        <p14:creationId xmlns:p14="http://schemas.microsoft.com/office/powerpoint/2010/main" val="38817494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38076B-74E6-568D-DB1D-8F24647F79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Timeline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ADFC91-F1A9-FD22-9E8B-003EE8C47D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19225"/>
            <a:ext cx="10515600" cy="5286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AU" b="1" dirty="0"/>
              <a:t>16/09/24 – 22/09/24</a:t>
            </a:r>
          </a:p>
          <a:p>
            <a:r>
              <a:rPr lang="en-AU" dirty="0">
                <a:highlight>
                  <a:srgbClr val="FFFF00"/>
                </a:highlight>
              </a:rPr>
              <a:t>Identify price scenarios</a:t>
            </a:r>
          </a:p>
          <a:p>
            <a:r>
              <a:rPr lang="en-AU" dirty="0">
                <a:highlight>
                  <a:srgbClr val="FFFF00"/>
                </a:highlight>
              </a:rPr>
              <a:t>Run PWL, </a:t>
            </a:r>
            <a:r>
              <a:rPr lang="en-AU" dirty="0" err="1">
                <a:highlight>
                  <a:srgbClr val="FFFF00"/>
                </a:highlight>
              </a:rPr>
              <a:t>uNN</a:t>
            </a:r>
            <a:r>
              <a:rPr lang="en-AU" dirty="0">
                <a:highlight>
                  <a:srgbClr val="FFFF00"/>
                </a:highlight>
              </a:rPr>
              <a:t> and </a:t>
            </a:r>
            <a:r>
              <a:rPr lang="en-AU" dirty="0" err="1">
                <a:highlight>
                  <a:srgbClr val="FFFF00"/>
                </a:highlight>
              </a:rPr>
              <a:t>cNN</a:t>
            </a:r>
            <a:r>
              <a:rPr lang="en-AU" dirty="0">
                <a:highlight>
                  <a:srgbClr val="FFFF00"/>
                </a:highlight>
              </a:rPr>
              <a:t> models with the price scenarios</a:t>
            </a:r>
          </a:p>
          <a:p>
            <a:r>
              <a:rPr lang="en-AU" dirty="0"/>
              <a:t>Verify PCAR and PCTAR models</a:t>
            </a:r>
          </a:p>
          <a:p>
            <a:r>
              <a:rPr lang="en-AU" dirty="0"/>
              <a:t>Penalty sensitivity analysis</a:t>
            </a:r>
          </a:p>
          <a:p>
            <a:pPr marL="0" indent="0">
              <a:buNone/>
            </a:pPr>
            <a:r>
              <a:rPr lang="en-AU" b="1" dirty="0"/>
              <a:t>23/09/24 – 30/09/24</a:t>
            </a:r>
          </a:p>
          <a:p>
            <a:r>
              <a:rPr lang="en-AU" dirty="0"/>
              <a:t>Run PCAR and PCTAR models with new price scenarios</a:t>
            </a:r>
          </a:p>
          <a:p>
            <a:r>
              <a:rPr lang="en-AU" dirty="0"/>
              <a:t>Train 2 new set of Neural networks for neuron sensitivity analysis</a:t>
            </a:r>
          </a:p>
          <a:p>
            <a:r>
              <a:rPr lang="en-AU" dirty="0" err="1"/>
              <a:t>ReLu</a:t>
            </a:r>
            <a:r>
              <a:rPr lang="en-AU" dirty="0"/>
              <a:t> DNN fundamental analysis – definition and implementation</a:t>
            </a:r>
          </a:p>
          <a:p>
            <a:r>
              <a:rPr lang="en-AU" dirty="0"/>
              <a:t> Start writing the paper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2584703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38076B-74E6-568D-DB1D-8F24647F79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Timeline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ADFC91-F1A9-FD22-9E8B-003EE8C47D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19225"/>
            <a:ext cx="10515600" cy="4772025"/>
          </a:xfrm>
        </p:spPr>
        <p:txBody>
          <a:bodyPr/>
          <a:lstStyle/>
          <a:p>
            <a:pPr marL="0" indent="0">
              <a:buNone/>
            </a:pPr>
            <a:r>
              <a:rPr lang="en-AU" b="1" dirty="0"/>
              <a:t>01/10/24 – 15/10/24</a:t>
            </a:r>
          </a:p>
          <a:p>
            <a:pPr marL="0" indent="0">
              <a:buNone/>
            </a:pPr>
            <a:r>
              <a:rPr lang="en-AU" dirty="0"/>
              <a:t>Finish the first draft of the paper 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b="1" dirty="0"/>
              <a:t>Notes for Ali for this task:</a:t>
            </a:r>
          </a:p>
          <a:p>
            <a:pPr marL="0" indent="0">
              <a:buNone/>
            </a:pPr>
            <a:r>
              <a:rPr lang="en-AU" dirty="0"/>
              <a:t>I need to do this to break my habit of slow writing</a:t>
            </a:r>
          </a:p>
          <a:p>
            <a:pPr marL="0" indent="0">
              <a:buNone/>
            </a:pPr>
            <a:r>
              <a:rPr lang="en-AU" dirty="0"/>
              <a:t>To push myself I will add you to the blank document so you can track daily status</a:t>
            </a:r>
          </a:p>
          <a:p>
            <a:pPr marL="0" indent="0">
              <a:buNone/>
            </a:pPr>
            <a:r>
              <a:rPr lang="en-AU" dirty="0"/>
              <a:t>I will need you to push me to achieve this!!!!</a:t>
            </a:r>
          </a:p>
        </p:txBody>
      </p:sp>
    </p:spTree>
    <p:extLst>
      <p:ext uri="{BB962C8B-B14F-4D97-AF65-F5344CB8AC3E}">
        <p14:creationId xmlns:p14="http://schemas.microsoft.com/office/powerpoint/2010/main" val="20487888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268</TotalTime>
  <Words>194</Words>
  <Application>Microsoft Office PowerPoint</Application>
  <PresentationFormat>Widescreen</PresentationFormat>
  <Paragraphs>34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Paper tasks and timeline</vt:lpstr>
      <vt:lpstr>Tasks to do</vt:lpstr>
      <vt:lpstr>Timeline</vt:lpstr>
      <vt:lpstr>Timeline</vt:lpstr>
    </vt:vector>
  </TitlesOfParts>
  <Company>The University of Adelaide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Yogesh Pipada Sunil Kumar</dc:creator>
  <cp:lastModifiedBy>Yogesh Pipada Sunil Kumar</cp:lastModifiedBy>
  <cp:revision>3</cp:revision>
  <dcterms:created xsi:type="dcterms:W3CDTF">2024-09-18T02:23:16Z</dcterms:created>
  <dcterms:modified xsi:type="dcterms:W3CDTF">2024-09-19T04:31:39Z</dcterms:modified>
</cp:coreProperties>
</file>